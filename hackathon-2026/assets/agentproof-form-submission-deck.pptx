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Proof submission architecture 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Proof submission architecture 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Proof submission architecture 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AgentProof: Evidence Before Approval</dc:title>
  <dc:subject>FY27 Q1 GitHub Copilot App Challenge</dc:subject>
  <dc:creator>AgentProof</dc:creator>
  <cp:lastModifiedBy>AgentProof</cp:lastModifiedBy>
  <cp:revision>1</cp:revision>
  <dcterms:created xsi:type="dcterms:W3CDTF">2026-10-09T09:00:11Z</dcterms:created>
  <dcterms:modified xsi:type="dcterms:W3CDTF">2026-10-09T09:00:11Z</dcterms:modified>
</cp:coreProperties>
</file>