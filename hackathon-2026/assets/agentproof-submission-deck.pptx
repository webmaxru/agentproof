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ENTERPRISE ASK: AI can create the change. Who proves this exact commit is read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ONYMIZED INTERNAL RESEARCH: A real need, seen across enterprise accou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AGENTPROOF CONTROL LOOP: Delegate the work. Keep the evidence and decision bound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ALIDATED GITHUB RECORD: One pull request. One full SHA. No ambiguit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UMAN-IN-THE-LOOP BY DESIGN: Evidence states stay distinct. Authority stays huma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PEATABLE FIELD KIT: From prototype to customer worksh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ETITIVE DIFFERENTIATION: Not better autocomplete. A governed GitHub-native workflow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DUCT FEEDBACK + CLOSE: Agents accelerate the work. Current evidence and accountable humans deci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AgentProof: Evidence Before Approval</dc:title>
  <dc:subject>FY27 GitHub Copilot App Enterprise Challenge</dc:subject>
  <dc:creator>AgentProof</dc:creator>
  <cp:lastModifiedBy>AgentProof</cp:lastModifiedBy>
  <cp:revision>1</cp:revision>
  <dcterms:created xsi:type="dcterms:W3CDTF">2026-10-09T09:25:16Z</dcterms:created>
  <dcterms:modified xsi:type="dcterms:W3CDTF">2026-10-09T09:25:16Z</dcterms:modified>
</cp:coreProperties>
</file>